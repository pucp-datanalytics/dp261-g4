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0058400" cy="566928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Sprint 6 - Evidencias de Deployment y Rol 5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Proyecto 2: Conversion de Visitantes Online.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Objetivo: demostrar MVP desplegado en AWS, dashboard conectado a API y monitoreo operativo.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Rol 5: logs, metricas, alertas, trazabilidad y runbook.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GitHub Actions en verde o dashboard AWS.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Objetivo del Sprint 6 segun el PDF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Empaquetar el modelo final como API REST.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Desplegar el MVP en AWS usando Docker.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Integrar el dashboard del Sprint 5 con la API desplegada.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Cerrar CRISP-DM con un sistema funcional y monitoreado.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Evidencia esperada: API, dashboard, contenedores, logs y CloudWatch.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Arquitectura desplegada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Usuario accede al dashboard Streamlit en EC2 por puerto 8080.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Dashboard consume la API FastAPI en la red Docker: http://sprint6-api:8000.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API carga el modelo final XGBoost desde handoff/model/c_final_model.pkl.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API devuelve probabilidad, clase predicha, version y hash del modelo.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dashboard con API disponible.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GitHub Actions / CI-CD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Workflow Deploy MVP ejecutado sobre feat/PB-review3.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Commit validado: a8aaebf Deploy Sprint 6 API with dashboard.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Construye dos imagenes Docker: dashboard y API.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Despliega ambos contenedores en EC2.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GitHub Actions en verde.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Docker en EC2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Contenedor dp261-g4: dashboard Streamlit en puerto 8080.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Contenedor sprint6-api: API FastAPI en puerto 8000.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La API aparece healthy, validando healthcheck del contenedor.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Ambos corren en la misma instancia EC2.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sudo docker ps con dp261-g4 y sprint6-api.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Endpoints de la API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GET /health devuelve status ok.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GET /version devuelve project, api_version, model_version y model_sha.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POST /predict devuelve purchase_probability y prediction.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POST /predict_batch permite validar datasets cargados desde dashboard.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curl /health y /version.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Prediccion real desde la API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Se envio un JSON compatible con handoff/contracts/c_example_request.json.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La API respondio con purchase_probability = 0.0146041093.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La clase predicha fue prediction = 0 con threshold = 0.5.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La respuesta incluye model_version = c_final_model y model_sha = 8f55f14ec7b1.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curl POST /predict y respuesta JSON.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Rol 5 - Logs estructurados JSON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La API emite logs JSON por stdout.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Campos observados: event, endpoint, method, status_code, latency_ms, request_id.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Para predicciones agrega proba, prediction, threshold, model_version y model_sha.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Estos campos permiten monitoreo y trazabilidad operativa.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sudo docker logs sprint6-api con event predict.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Rol 5 - Metricas derivables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Latencia p50/p95/p99: calculable con latency_ms.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Throughput: conteo de event=request o event=predict por ventana.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Error rate 5xx: filtro status_code &gt;= 500.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Drift operativo: distribucion de proba y prediction en el tiempo.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Archivo de soporte: monitoring/cloudwatch-log-insights.md.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CloudWatch y alarmas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Existe alarma CloudWatch dp261-g4-cpu-high sobre CPUUtilization.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Estado observado: CORRECTO.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El repo incluye alarmas sugeridas para API: error 5xx, latencia p95 y throughput.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Archivo de soporte: monitoring/cloudwatch-alarms.json.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alarma CPU en CloudWatch.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Runbook operativo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El runbook explica como validar /health, /version y /predict.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Incluye comandos para revisar logs y reiniciar contenedores.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Documenta riesgos de AWS Academy: IP y credenciales temporales.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Archivo: docs/runbook.md.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 o mencionar ruta del runbook en GitHub.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Manejo de IP y credenciales variables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AWS Academy puede cambiar IP publica, access key, secret y session token.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La solucion es actualizar GitHub Secrets, no modificar codigo.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El dashboard se conecta internamente a la API con http://sprint6-api:8000.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Solo cambia la URL publica de acceso al dashboard: http://NUEVA_IP:8080.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Pegar captura: AWS Academy / EC2 con nueva IP publica.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Checklist de cierre Sprint 6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GitHub Actions en verde.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EC2 con dos contenedores activos: dashboard y API.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/health, /version y /predict funcionando.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Dashboard muestra API disponible y realiza predicciones.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Logs JSON de prediccion disponibles.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CloudWatch CPU alarm y runbook documentados.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Archivo de soporte: docs/sprint6_completion_checklist.md.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420000" y="250000"/>
            <a:ext cx="9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es-PE" sz="3200" b="true">
                <a:solidFill>
                  <a:srgbClr val="111827"/>
                </a:solidFill>
              </a:rPr>
              <a:t>Conclusion ejecutiva</a:t>
            </a:r>
          </a:p>
        </p:txBody>
      </p:sp>
      <p:sp>
        <p:nvSpPr>
          <p:cNvPr id="3" name="Box 3"/>
          <p:cNvSpPr txBox="1"/>
          <p:nvPr/>
        </p:nvSpPr>
        <p:spPr>
          <a:xfrm>
            <a:off x="560000" y="1050000"/>
            <a:ext cx="6100000" cy="3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es-PE" sz="1850" b="false">
                <a:solidFill>
                  <a:srgbClr val="111827"/>
                </a:solidFill>
              </a:rPr>
              <a:t>- El MVP esta desplegado y funcional en AWS.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El dashboard consume predicciones en vivo desde la API REST.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La API usa el modelo final XGBoost versionado y trazable.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Rol 5 queda cubierto con logs JSON, CloudWatch CPU, consultas, alarmas sugeridas y runbook.</a:t>
            </a:r>
          </a:p>
          <a:p>
            <a:r>
              <a:rPr lang="es-PE" sz="1850" b="false">
                <a:solidFill>
                  <a:srgbClr val="111827"/>
                </a:solidFill>
              </a:rPr>
              <a:t>- El sistema queda listo para demo y para iteraciones futuras.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7000000" y="1050000"/>
            <a:ext cx="2600000" cy="3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es-PE" sz="1650" b="true">
                <a:solidFill>
                  <a:srgbClr val="1E3A8A"/>
                </a:solidFill>
              </a:rPr>
              <a:t>Evidencia</a:t>
            </a:r>
          </a:p>
          <a:p>
            <a:r>
              <a:rPr lang="es-PE" sz="1650" b="false">
                <a:solidFill>
                  <a:srgbClr val="1E3A8A"/>
                </a:solidFill>
              </a:rPr>
              <a:t>Cierre: mostrar dashboard y prediccion en vivo.</a:t>
            </a:r>
          </a:p>
          <a:p>
            <a:r>
              <a:rPr lang="es-PE" sz="1650" b="true">
                <a:solidFill>
                  <a:srgbClr val="1E3A8A"/>
                </a:solidFill>
              </a:rPr>
              <a:t>Espacio para captura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560000" y="5050000"/>
            <a:ext cx="9000000" cy="410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/>
          <a:lstStyle/>
          <a:p>
            <a:r>
              <a:rPr lang="es-PE" sz="1400" b="false">
                <a:solidFill>
                  <a:srgbClr val="FFFFFF"/>
                </a:solidFill>
              </a:rPr>
              <a:t>Sprint 6 | Deployment MVP | API + AWS + Dashboard +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rint6Theme">
  <a:themeElements>
    <a:clrScheme name="Offic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EF4444"/>
      </a:accent4>
      <a:accent5>
        <a:srgbClr val="64748B"/>
      </a:accent5>
      <a:accent6>
        <a:srgbClr val="0F766E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